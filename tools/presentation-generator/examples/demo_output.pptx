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Extracted from sovereign_ai_notes.md.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Extracted from sovereign_ai_notes.md.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Extracted from sovereign_ai_notes.md.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Extracted from document_intelligence.txt.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Extracted from document_intelligence.txt.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Extracted from document_intelligence.txt.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the strongest point from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Sovereign 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8C96A"/>
                </a:solidFill>
                <a:latin typeface="Calibri"/>
              </a:rPr>
              <a:t>Generated from multiple resources (extractive mode)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D9E2EC"/>
                </a:solidFill>
                <a:latin typeface="Calibri"/>
              </a:rPr>
              <a:t>Multi-Resource Presentation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Sovereign AI in Government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15568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# Sovereign AI in Government Services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Sovereign AI means running artificial intelligence entirely on infrastructure that the organization controls.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No citizen data leaves the national data center, and every model inference happens on local hardware.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This matters most for government services that process sensitive documents such as national IDs, passports, and medical records.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A local deployment typically pairs open-weight language models with a retrieval layer over the organization's own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5"/>
                </a:solidFill>
                <a:latin typeface="Calibri"/>
              </a:rPr>
              <a:t>Sources: sovereign_ai_notes.md    ·    1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Sovereign AI in Government Services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15568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Retrieval-Augmented Generation lets the model answer questions using verified internal sources instead of its parametric memory alone.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Every answer can cite the exact page it came from, which makes the output auditable by human reviewers.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Running models locally also removes the dependency on foreign cloud providers and their pricing changes.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The trade-off is that the organization must own or rent GPU hardware and maintain the serving stack itself.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For many public-sector workloads, predictable cost and full data control outweigh the convenience of managed cloud APIs.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5"/>
                </a:solidFill>
                <a:latin typeface="Calibri"/>
              </a:rPr>
              <a:t>Sources: sovereign_ai_notes.md    ·    2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Sovereign AI in Government Services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15568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Offline-first design is essential because government offices cannot depend on continuous internet connectivity.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A well-designed sovereign platform keeps working during network outages and synchronizes only when a connection is available.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Updates, model weights, and knowledge bases are distributed as signed packages through controlled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5"/>
                </a:solidFill>
                <a:latin typeface="Calibri"/>
              </a:rPr>
              <a:t>Sources: sovereign_ai_notes.md    ·    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Document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15568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Document Intelligence Pipelines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Modern document intelligence pipelines combine optical character recognition with layout analysis and structured extraction.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A typical pipeline first deskews and denoises the scanned page, then detects text regions, and finally extracts fields such as names, dates, and ID numbers into a database schema.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Validation rules then cross-check the extracted values against format constraints and reference databases.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Accuracy improves dramatically when the pipeline validates the same field through two independent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5"/>
                </a:solidFill>
                <a:latin typeface="Calibri"/>
              </a:rPr>
              <a:t>Sources: document_intelligence.txt    ·    4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Document Intelligence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15568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For example, an Egyptian national ID encodes the birth date and governorate inside its fourteen digits, so the OCR result can be verified arithmetically without any external...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Mismatches are routed to a human reviewer with the conflicting values highlighted side by side.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Throughput is the second design constraint after accuracy, because citizen service centers process thousands of documents per day.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Asynchronous microservices with queue-based workers let the pipeline scale horizontally during peak hours.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Each stage emits audit logs so that any processed document can be traced from scan to final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5"/>
                </a:solidFill>
                <a:latin typeface="Calibri"/>
              </a:rPr>
              <a:t>Sources: document_intelligence.txt    ·    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Document Intelligence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15568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The human reviewer remains the final authority in high-stakes decisions.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The pipeline's job is to make the reviewer's decision fast and well-informed, not to replace it.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Confidence scores, highlighted evidence regions, and one-click corrections turn a ten-minute manual check into a thirty-second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5"/>
                </a:solidFill>
                <a:latin typeface="Calibri"/>
              </a:rPr>
              <a:t>Sources: document_intelligence.txt    ·    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15568"/>
            <a:ext cx="1463040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# Sovereign AI in Government Services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Retrieval-Augmented Generation lets the model answer questions using verified internal sources instead of its parametric memory alone.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Offline-first design is essential because government offices cannot depend on continuous internet connectivity.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C9A227"/>
                </a:solidFill>
                <a:latin typeface="Calibri"/>
              </a:rPr>
              <a:t>▸ </a:t>
            </a:r>
            <a:r>
              <a:rPr sz="1800" b="0">
                <a:solidFill>
                  <a:srgbClr val="D9E2EC"/>
                </a:solidFill>
                <a:latin typeface="Calibri"/>
              </a:rPr>
              <a:t>Document Intelligence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B5"/>
                </a:solidFill>
                <a:latin typeface="Calibri"/>
              </a:rPr>
              <a:t>Sources: sovereign_ai_notes.md, document_intelligence.txt    ·    7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C96A"/>
                </a:solidFill>
                <a:latin typeface="Calibri"/>
              </a:rPr>
              <a:t>Resources used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D9E2EC"/>
                </a:solidFill>
                <a:latin typeface="Calibri"/>
              </a:rPr>
              <a:t>• sovereign_ai_notes.md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D9E2EC"/>
                </a:solidFill>
                <a:latin typeface="Calibri"/>
              </a:rPr>
              <a:t>• document_intelligence.txt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